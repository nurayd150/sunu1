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37" autoAdjust="0"/>
    <p:restoredTop sz="94660"/>
  </p:normalViewPr>
  <p:slideViewPr>
    <p:cSldViewPr snapToGrid="0">
      <p:cViewPr varScale="1">
        <p:scale>
          <a:sx n="65" d="100"/>
          <a:sy n="65" d="100"/>
        </p:scale>
        <p:origin x="78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a aydın" userId="43a61169172f1c47" providerId="LiveId" clId="{4E20C6A0-60F7-4C32-8870-93CB451088B3}"/>
    <pc:docChg chg="custSel modSld">
      <pc:chgData name="eda aydın" userId="43a61169172f1c47" providerId="LiveId" clId="{4E20C6A0-60F7-4C32-8870-93CB451088B3}" dt="2022-06-09T10:11:22.633" v="13" actId="14100"/>
      <pc:docMkLst>
        <pc:docMk/>
      </pc:docMkLst>
      <pc:sldChg chg="addSp delSp modSp mod">
        <pc:chgData name="eda aydın" userId="43a61169172f1c47" providerId="LiveId" clId="{4E20C6A0-60F7-4C32-8870-93CB451088B3}" dt="2022-06-09T10:11:22.633" v="13" actId="14100"/>
        <pc:sldMkLst>
          <pc:docMk/>
          <pc:sldMk cId="549889000" sldId="261"/>
        </pc:sldMkLst>
        <pc:spChg chg="add del mod">
          <ac:chgData name="eda aydın" userId="43a61169172f1c47" providerId="LiveId" clId="{4E20C6A0-60F7-4C32-8870-93CB451088B3}" dt="2022-06-09T10:11:10.483" v="10" actId="22"/>
          <ac:spMkLst>
            <pc:docMk/>
            <pc:sldMk cId="549889000" sldId="261"/>
            <ac:spMk id="7" creationId="{51782F5D-0066-11E4-B06A-7090667B1FA0}"/>
          </ac:spMkLst>
        </pc:spChg>
        <pc:picChg chg="del mod">
          <ac:chgData name="eda aydın" userId="43a61169172f1c47" providerId="LiveId" clId="{4E20C6A0-60F7-4C32-8870-93CB451088B3}" dt="2022-06-09T10:10:48.493" v="4" actId="478"/>
          <ac:picMkLst>
            <pc:docMk/>
            <pc:sldMk cId="549889000" sldId="261"/>
            <ac:picMk id="5" creationId="{978C8ECD-6130-2C12-48EE-AED86C779512}"/>
          </ac:picMkLst>
        </pc:picChg>
        <pc:picChg chg="add del mod">
          <ac:chgData name="eda aydın" userId="43a61169172f1c47" providerId="LiveId" clId="{4E20C6A0-60F7-4C32-8870-93CB451088B3}" dt="2022-06-09T10:11:14.723" v="11" actId="478"/>
          <ac:picMkLst>
            <pc:docMk/>
            <pc:sldMk cId="549889000" sldId="261"/>
            <ac:picMk id="9" creationId="{9078598A-02AC-7F5A-06C8-B8F68F0A226B}"/>
          </ac:picMkLst>
        </pc:picChg>
        <pc:picChg chg="add mod ord">
          <ac:chgData name="eda aydın" userId="43a61169172f1c47" providerId="LiveId" clId="{4E20C6A0-60F7-4C32-8870-93CB451088B3}" dt="2022-06-09T10:11:22.633" v="13" actId="14100"/>
          <ac:picMkLst>
            <pc:docMk/>
            <pc:sldMk cId="549889000" sldId="261"/>
            <ac:picMk id="11" creationId="{DA01E2FE-B5D2-4F83-8142-E8E36DC6BB0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843998F-F183-96AF-0E3D-B2B117C09A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4694CFDA-6184-D394-931A-9DBAC5E4F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42B5E7C-B4A7-30A9-F9C8-9D7E39542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788D2-739F-4AC6-9947-C776B8873ABE}" type="datetimeFigureOut">
              <a:rPr lang="tr-TR" smtClean="0"/>
              <a:t>9.06.2022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F5D1ECE-A10F-7F48-0E8A-DEEC5691E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A3B2248-7B61-3DDC-4755-06BEFF6D7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D9E2-FE3C-438E-817D-46910A1640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09975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963193E-518F-BB52-1E89-C885EEFFD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E66918F-5A69-71DA-25BB-1A5B1B2FC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C36B8CD-E11D-5CB8-6091-33A1CA826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788D2-739F-4AC6-9947-C776B8873ABE}" type="datetimeFigureOut">
              <a:rPr lang="tr-TR" smtClean="0"/>
              <a:t>9.06.2022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687C3ED-5CBF-AA18-AD41-ABC9B0DA2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DE6631F-CB72-F1F2-C215-0CDCF7033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D9E2-FE3C-438E-817D-46910A1640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5789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2763CA9-C573-494F-64A6-3A1942302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A999497-9FD4-6C03-61E3-AC14A12D8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6B8AE9C-91D5-1538-3871-FDB9D7C18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788D2-739F-4AC6-9947-C776B8873ABE}" type="datetimeFigureOut">
              <a:rPr lang="tr-TR" smtClean="0"/>
              <a:t>9.06.2022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E1D092A-6883-A69D-12C3-57E917BB9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1CF8562-2763-F925-70CD-0304E805F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D9E2-FE3C-438E-817D-46910A1640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8895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5BED431-9EC4-F7C7-787D-73D00A73E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B1CF468-9BDF-7C6B-273F-91C2061B8B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5C70884A-FADA-9453-F6AA-5B06A3293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7AAD0C1-7956-D4F0-FD2A-783BF6813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788D2-739F-4AC6-9947-C776B8873ABE}" type="datetimeFigureOut">
              <a:rPr lang="tr-TR" smtClean="0"/>
              <a:t>9.06.2022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5E7F299-5CEE-14AE-A48C-FB0030A8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E594A5B-3CFF-05FC-167B-161C1081B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D9E2-FE3C-438E-817D-46910A1640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61475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EC55363-ADD5-DD19-984D-8AD919F89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2682E88-B26D-6614-AD19-35CDA721F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106B8BF3-83F2-F510-5968-FA54568A2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567594DF-1B44-6B8A-7EFE-C40FE7B5A8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69609347-4AE4-D743-4840-AAA23BCCD8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119F663A-6DB1-806B-CD40-0B2E82F6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788D2-739F-4AC6-9947-C776B8873ABE}" type="datetimeFigureOut">
              <a:rPr lang="tr-TR" smtClean="0"/>
              <a:t>9.06.2022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3EBEF30B-5753-9A59-01F1-A7CF6E4C3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37B26EE3-B517-313A-5731-ADEEBFF2D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D9E2-FE3C-438E-817D-46910A1640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56057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6DE472D-A818-B984-947D-B7A17015A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B6E8F308-03C0-4B23-D9C3-31AB76E59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788D2-739F-4AC6-9947-C776B8873ABE}" type="datetimeFigureOut">
              <a:rPr lang="tr-TR" smtClean="0"/>
              <a:t>9.06.2022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3A34D00F-6A6A-EA78-AF06-DD2494188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5DEC0D42-FC60-C8AC-12F1-07710386D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D9E2-FE3C-438E-817D-46910A1640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92014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18BD2194-02F0-1DE6-8CD9-194F032B2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788D2-739F-4AC6-9947-C776B8873ABE}" type="datetimeFigureOut">
              <a:rPr lang="tr-TR" smtClean="0"/>
              <a:t>9.06.2022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8C49C8BD-5A4D-3CE5-DB0F-665228BE8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B5A80937-C3C5-4124-1E89-307277D82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D9E2-FE3C-438E-817D-46910A1640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75769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875EF88-4F39-4D13-6DC5-9FF4300EE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89B44B7-0AB4-22CC-561B-9ECCF89CE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CF0386DA-39CD-06B8-AEC7-AF19E5908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5098FD52-DF14-4DCB-A6E3-81B8EBC6B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788D2-739F-4AC6-9947-C776B8873ABE}" type="datetimeFigureOut">
              <a:rPr lang="tr-TR" smtClean="0"/>
              <a:t>9.06.2022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F6EFA9F-C349-87A6-1B86-B24DE9E91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08EDFAB-4CC2-5559-B0A8-589E7B7BF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D9E2-FE3C-438E-817D-46910A1640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10789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1709BD3-95E5-44DA-8A8E-BE4EEA2CD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755FEF46-3815-346F-7F29-E259D30903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E56FAA2F-2029-68AD-F7F9-903DB9044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D3F78DD-06CF-92A3-37B5-211110619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788D2-739F-4AC6-9947-C776B8873ABE}" type="datetimeFigureOut">
              <a:rPr lang="tr-TR" smtClean="0"/>
              <a:t>9.06.2022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DCA6FFE-9E5C-87A9-B654-902074208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3880B24-E4FE-52AF-515D-009924789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D9E2-FE3C-438E-817D-46910A1640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33551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D83A7F1-D92A-7722-0DAA-A28CAC0EB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2DBE99D6-FE96-D19D-E8BE-1969F3D3D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990D233-6D1F-FF17-986D-703FFE3EC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788D2-739F-4AC6-9947-C776B8873ABE}" type="datetimeFigureOut">
              <a:rPr lang="tr-TR" smtClean="0"/>
              <a:t>9.06.2022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7F52FD1-E37E-B332-834B-079243D73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5780CDC-376D-6E32-2C32-3338BC16D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D9E2-FE3C-438E-817D-46910A1640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71080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CF114716-0420-2594-28D2-BF86C2BE44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6D4F009C-C209-CB86-042A-D79832E27A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7373710-3A26-D9B7-CAFE-EB2677040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788D2-739F-4AC6-9947-C776B8873ABE}" type="datetimeFigureOut">
              <a:rPr lang="tr-TR" smtClean="0"/>
              <a:t>9.06.2022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CD952DD-4817-E5B4-001B-F4D75BB14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E5549BC-FBAD-CB8D-F8B2-BA9DC49F3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D9E2-FE3C-438E-817D-46910A1640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08370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1B7B1EE9-D95A-02D7-28EF-36EAD6040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AF116AC-A682-30C0-18B9-BE3094435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BFAC04B-65C8-6BE7-4599-1D0815B11F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788D2-739F-4AC6-9947-C776B8873ABE}" type="datetimeFigureOut">
              <a:rPr lang="tr-TR" smtClean="0"/>
              <a:t>9.06.2022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08EDE0E-A514-D5DB-525D-F7471B537C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0DF18F6-B836-8FD2-3431-74A9A9160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CD9E2-FE3C-438E-817D-46910A1640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31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" TargetMode="External"/><Relationship Id="rId2" Type="http://schemas.openxmlformats.org/officeDocument/2006/relationships/hyperlink" Target="https://www.geeksforgeeks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in/murat-aydin-87a6a713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Resim 8">
            <a:extLst>
              <a:ext uri="{FF2B5EF4-FFF2-40B4-BE49-F238E27FC236}">
                <a16:creationId xmlns:a16="http://schemas.microsoft.com/office/drawing/2014/main" id="{7B934B5D-D7E1-321F-EBCF-C52FE6B14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632" y="1234051"/>
            <a:ext cx="3143689" cy="2915057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BD341B88-8509-1A99-A030-6D38A0906AF4}"/>
              </a:ext>
            </a:extLst>
          </p:cNvPr>
          <p:cNvSpPr txBox="1"/>
          <p:nvPr/>
        </p:nvSpPr>
        <p:spPr>
          <a:xfrm>
            <a:off x="5690346" y="2691579"/>
            <a:ext cx="3143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>
                <a:solidFill>
                  <a:srgbClr val="002060"/>
                </a:solidFill>
              </a:rPr>
              <a:t>TRAKYA</a:t>
            </a:r>
            <a:r>
              <a:rPr lang="tr-TR" dirty="0">
                <a:solidFill>
                  <a:srgbClr val="002060"/>
                </a:solidFill>
              </a:rPr>
              <a:t> </a:t>
            </a:r>
            <a:r>
              <a:rPr lang="tr-TR" sz="2400" dirty="0">
                <a:solidFill>
                  <a:srgbClr val="002060"/>
                </a:solidFill>
              </a:rPr>
              <a:t>ÜNİVERSİTESİ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B62DAC5A-3329-F443-7C88-4AD8FC4C80CE}"/>
              </a:ext>
            </a:extLst>
          </p:cNvPr>
          <p:cNvSpPr txBox="1"/>
          <p:nvPr/>
        </p:nvSpPr>
        <p:spPr>
          <a:xfrm>
            <a:off x="6804990" y="2060714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>
                <a:solidFill>
                  <a:srgbClr val="002060"/>
                </a:solidFill>
              </a:rPr>
              <a:t>TC.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D9B58903-1557-581E-BACA-83D7021343E2}"/>
              </a:ext>
            </a:extLst>
          </p:cNvPr>
          <p:cNvSpPr txBox="1"/>
          <p:nvPr/>
        </p:nvSpPr>
        <p:spPr>
          <a:xfrm>
            <a:off x="2145871" y="4645017"/>
            <a:ext cx="6884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0070C0"/>
                </a:solidFill>
              </a:rPr>
              <a:t>MÜHENDİSLİK FAKÜLTESİ ,BİLGİSAYAR MÜHENDİSLİĞİ BÖLÜMÜ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0720F4A7-2FEE-02F3-51E8-F986B5EEA57B}"/>
              </a:ext>
            </a:extLst>
          </p:cNvPr>
          <p:cNvSpPr txBox="1"/>
          <p:nvPr/>
        </p:nvSpPr>
        <p:spPr>
          <a:xfrm>
            <a:off x="3126051" y="5310950"/>
            <a:ext cx="31356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 WEB PROGRAMLAMA PROJESİ</a:t>
            </a:r>
          </a:p>
          <a:p>
            <a:r>
              <a:rPr lang="tr-TR" dirty="0"/>
              <a:t>             EDA NUR AYDIN</a:t>
            </a:r>
          </a:p>
          <a:p>
            <a:r>
              <a:rPr lang="tr-TR" dirty="0"/>
              <a:t>                1191602043</a:t>
            </a:r>
          </a:p>
          <a:p>
            <a:r>
              <a:rPr lang="tr-TR" dirty="0"/>
              <a:t>                 09.06.2022</a:t>
            </a:r>
          </a:p>
        </p:txBody>
      </p:sp>
    </p:spTree>
    <p:extLst>
      <p:ext uri="{BB962C8B-B14F-4D97-AF65-F5344CB8AC3E}">
        <p14:creationId xmlns:p14="http://schemas.microsoft.com/office/powerpoint/2010/main" val="800872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4D1F827-519A-6855-EC93-C32E6C9A5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PROJE ADI: DERS KAYIT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DD19E61-AA6D-8B99-1988-642F9BDF2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400" dirty="0"/>
              <a:t>PROJENİN AMACI : </a:t>
            </a:r>
            <a:r>
              <a:rPr lang="tr-TR" sz="2000" dirty="0"/>
              <a:t>Sistemde kayıtlı olan öğrencilerin sisteme giriş yaptıktan sonra dönem içi ders seçimlerini yapmalarını ve sisteme kaydetmelerini sağlamak</a:t>
            </a:r>
          </a:p>
          <a:p>
            <a:endParaRPr lang="tr-TR" sz="2400" dirty="0"/>
          </a:p>
          <a:p>
            <a:endParaRPr lang="tr-TR" sz="2400" dirty="0"/>
          </a:p>
          <a:p>
            <a:r>
              <a:rPr lang="tr-TR" sz="2400" dirty="0"/>
              <a:t>LİTERATÜR TARAMASI:</a:t>
            </a:r>
            <a:endParaRPr lang="tr-TR" sz="1400" dirty="0"/>
          </a:p>
          <a:p>
            <a:pPr lvl="1"/>
            <a:r>
              <a:rPr lang="tr-TR" sz="2000" dirty="0"/>
              <a:t>İki farklı </a:t>
            </a:r>
            <a:r>
              <a:rPr lang="tr-TR" sz="2000" dirty="0" err="1"/>
              <a:t>arayüz</a:t>
            </a:r>
            <a:r>
              <a:rPr lang="tr-TR" sz="2000" dirty="0"/>
              <a:t> kullanılarak  tasarlanan  sistemde , sorunsuzca giriş yapan kullanıcıların ders seçimlerini gerçekleştirip sisteme kaydetmeleri sağlandı.</a:t>
            </a:r>
          </a:p>
          <a:p>
            <a:pPr lvl="1"/>
            <a:endParaRPr lang="tr-TR" sz="2000" dirty="0"/>
          </a:p>
          <a:p>
            <a:pPr marL="457200" lvl="1" indent="0">
              <a:buNone/>
            </a:pP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2922026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3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62AD4D6-884E-F3DF-E09A-B5171A42A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1456841"/>
            <a:ext cx="6002110" cy="4677260"/>
          </a:xfrm>
        </p:spPr>
        <p:txBody>
          <a:bodyPr>
            <a:normAutofit/>
          </a:bodyPr>
          <a:lstStyle/>
          <a:p>
            <a:r>
              <a:rPr lang="tr-TR" sz="2400" dirty="0"/>
              <a:t>LOGİN EKRANI</a:t>
            </a:r>
          </a:p>
          <a:p>
            <a:pPr lvl="2"/>
            <a:endParaRPr lang="tr-TR" sz="1700" dirty="0"/>
          </a:p>
          <a:p>
            <a:pPr lvl="2"/>
            <a:endParaRPr lang="tr-TR" sz="1700" dirty="0"/>
          </a:p>
          <a:p>
            <a:pPr lvl="2"/>
            <a:endParaRPr lang="tr-TR" sz="1700" dirty="0"/>
          </a:p>
          <a:p>
            <a:pPr lvl="2"/>
            <a:r>
              <a:rPr lang="tr-TR" dirty="0"/>
              <a:t>Sistemde bizi ilk karşılayan </a:t>
            </a:r>
            <a:r>
              <a:rPr lang="tr-TR" dirty="0" err="1"/>
              <a:t>arayüz</a:t>
            </a:r>
            <a:r>
              <a:rPr lang="tr-TR" dirty="0"/>
              <a:t> </a:t>
            </a:r>
            <a:r>
              <a:rPr lang="tr-TR" dirty="0" err="1"/>
              <a:t>login</a:t>
            </a:r>
            <a:r>
              <a:rPr lang="tr-TR" dirty="0"/>
              <a:t> </a:t>
            </a:r>
            <a:r>
              <a:rPr lang="tr-TR" dirty="0" err="1"/>
              <a:t>arayüzü</a:t>
            </a:r>
            <a:endParaRPr lang="tr-TR" dirty="0"/>
          </a:p>
          <a:p>
            <a:pPr lvl="2"/>
            <a:endParaRPr lang="tr-TR" dirty="0"/>
          </a:p>
          <a:p>
            <a:pPr lvl="2"/>
            <a:endParaRPr lang="tr-TR" dirty="0"/>
          </a:p>
          <a:p>
            <a:pPr lvl="2"/>
            <a:endParaRPr lang="tr-TR" dirty="0"/>
          </a:p>
          <a:p>
            <a:pPr lvl="2"/>
            <a:endParaRPr lang="tr-TR" dirty="0"/>
          </a:p>
          <a:p>
            <a:pPr lvl="2"/>
            <a:r>
              <a:rPr lang="tr-TR" dirty="0"/>
              <a:t>Kullanıcıların sisteme giriş yapabilmeleri için kendi kullanıcı numaralarını ve şifrelerini girmeleri gerekiyor .</a:t>
            </a:r>
          </a:p>
          <a:p>
            <a:pPr lvl="2"/>
            <a:endParaRPr lang="tr-TR" sz="1700" dirty="0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90ECEEBB-1FAA-9C54-1124-5865658195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35" r="1" b="5875"/>
          <a:stretch/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207248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CB962CF-61A3-4EF9-94F6-7C59B0329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DB28CB5-AAE8-CC1D-FD29-41C38873C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01330"/>
            <a:ext cx="6797405" cy="3719384"/>
          </a:xfrm>
        </p:spPr>
        <p:txBody>
          <a:bodyPr>
            <a:normAutofit/>
          </a:bodyPr>
          <a:lstStyle/>
          <a:p>
            <a:r>
              <a:rPr lang="tr-TR" sz="2000"/>
              <a:t>Kullanıcılar eksik veya yanlış bilgiler girdiğinde arayüzde hata mesajlarını görüyoruz</a:t>
            </a: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6CD26B7B-39B0-E7C7-C1BF-C3E97CEAC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556" y="579936"/>
            <a:ext cx="3995623" cy="2344619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0E378846-A994-1FA3-D21C-763A3A298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7556" y="3832347"/>
            <a:ext cx="3995623" cy="215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061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F95B75A-8F92-647F-BDD3-E47A6AF4D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31" y="1211484"/>
            <a:ext cx="4783697" cy="3433583"/>
          </a:xfrm>
        </p:spPr>
        <p:txBody>
          <a:bodyPr>
            <a:normAutofit/>
          </a:bodyPr>
          <a:lstStyle/>
          <a:p>
            <a:r>
              <a:rPr lang="tr-TR" sz="2400" dirty="0"/>
              <a:t>DERS SEÇİM EKRANI</a:t>
            </a:r>
            <a:br>
              <a:rPr lang="tr-TR" sz="2000" dirty="0"/>
            </a:br>
            <a:r>
              <a:rPr lang="tr-TR" sz="2000" dirty="0"/>
              <a:t>		</a:t>
            </a:r>
          </a:p>
          <a:p>
            <a:endParaRPr lang="tr-TR" sz="2000" dirty="0"/>
          </a:p>
          <a:p>
            <a:pPr lvl="2"/>
            <a:r>
              <a:rPr lang="tr-TR" dirty="0"/>
              <a:t>Başarı ile giriş yapan kullanıcıları bir sonraki aşamada ders seçim ekranı karşılıyor</a:t>
            </a:r>
          </a:p>
          <a:p>
            <a:pPr lvl="2"/>
            <a:r>
              <a:rPr lang="tr-TR" dirty="0"/>
              <a:t>Burada derslerini seçen öğrencilerden son aşama olarak derslerini sisteme kaydetmeleri bekleniyor</a:t>
            </a:r>
          </a:p>
          <a:p>
            <a:pPr lvl="2"/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FE4B219C-A872-720C-0C91-591CA034D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730" y="537882"/>
            <a:ext cx="4956763" cy="558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776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2DBA894-0ADF-72B3-589A-96C298DF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			</a:t>
            </a:r>
            <a:r>
              <a:rPr lang="tr-TR" sz="3600" dirty="0"/>
              <a:t>İŞ ZAMAN ÇİZELGESİ</a:t>
            </a:r>
          </a:p>
        </p:txBody>
      </p:sp>
      <p:pic>
        <p:nvPicPr>
          <p:cNvPr id="11" name="İçerik Yer Tutucusu 10">
            <a:extLst>
              <a:ext uri="{FF2B5EF4-FFF2-40B4-BE49-F238E27FC236}">
                <a16:creationId xmlns:a16="http://schemas.microsoft.com/office/drawing/2014/main" id="{DA01E2FE-B5D2-4F83-8142-E8E36DC6BB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7574" y="1929317"/>
            <a:ext cx="9070257" cy="4143953"/>
          </a:xfrm>
        </p:spPr>
      </p:pic>
    </p:spTree>
    <p:extLst>
      <p:ext uri="{BB962C8B-B14F-4D97-AF65-F5344CB8AC3E}">
        <p14:creationId xmlns:p14="http://schemas.microsoft.com/office/powerpoint/2010/main" val="549889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5210E2D-2282-7107-1304-640008951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dirty="0"/>
              <a:t>YARARLANILAN KAYNAKLAR:</a:t>
            </a:r>
            <a:br>
              <a:rPr lang="tr-TR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BCF5E8D-B836-BE53-6704-C88EF1922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20755"/>
            <a:ext cx="10515600" cy="2892149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	</a:t>
            </a:r>
            <a:r>
              <a:rPr lang="tr-TR" dirty="0">
                <a:hlinkClick r:id="rId2"/>
              </a:rPr>
              <a:t>https://www.geeksforgeeks.org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	</a:t>
            </a:r>
            <a:r>
              <a:rPr lang="tr-TR" dirty="0">
                <a:hlinkClick r:id="rId3"/>
              </a:rPr>
              <a:t>https://www.w3schools.com/css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	https://www.beyaz.net/tr/ipucu/entry/349</a:t>
            </a:r>
          </a:p>
          <a:p>
            <a:pPr marL="0" indent="0">
              <a:buNone/>
            </a:pPr>
            <a:r>
              <a:rPr lang="tr-TR" dirty="0"/>
              <a:t>	</a:t>
            </a:r>
            <a:r>
              <a:rPr lang="tr-TR" dirty="0">
                <a:hlinkClick r:id="rId4"/>
              </a:rPr>
              <a:t>https://www.linkedin.com/in/murat-aydin-87a6a7136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	Ders içerikleri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98698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188</Words>
  <Application>Microsoft Office PowerPoint</Application>
  <PresentationFormat>Geniş ekran</PresentationFormat>
  <Paragraphs>35</Paragraphs>
  <Slides>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Teması</vt:lpstr>
      <vt:lpstr>PowerPoint Sunusu</vt:lpstr>
      <vt:lpstr>PROJE ADI: DERS KAYIT</vt:lpstr>
      <vt:lpstr>PowerPoint Sunusu</vt:lpstr>
      <vt:lpstr>PowerPoint Sunusu</vt:lpstr>
      <vt:lpstr>PowerPoint Sunusu</vt:lpstr>
      <vt:lpstr>   İŞ ZAMAN ÇİZELGESİ</vt:lpstr>
      <vt:lpstr>YARARLANILAN KAYNAKLAR: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eda aydın</dc:creator>
  <cp:lastModifiedBy>eda aydın</cp:lastModifiedBy>
  <cp:revision>1</cp:revision>
  <dcterms:created xsi:type="dcterms:W3CDTF">2022-06-09T08:12:51Z</dcterms:created>
  <dcterms:modified xsi:type="dcterms:W3CDTF">2022-06-09T10:11:26Z</dcterms:modified>
</cp:coreProperties>
</file>